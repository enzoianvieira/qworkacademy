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Montserrat Bold" charset="1" panose="000008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1179" y="8921906"/>
            <a:ext cx="3182541" cy="1219657"/>
            <a:chOff x="0" y="0"/>
            <a:chExt cx="4243388" cy="1626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3451" cy="1626235"/>
            </a:xfrm>
            <a:custGeom>
              <a:avLst/>
              <a:gdLst/>
              <a:ahLst/>
              <a:cxnLst/>
              <a:rect r="r" b="b" t="t" l="l"/>
              <a:pathLst>
                <a:path h="1626235" w="4243451">
                  <a:moveTo>
                    <a:pt x="0" y="0"/>
                  </a:moveTo>
                  <a:lnTo>
                    <a:pt x="4243451" y="0"/>
                  </a:lnTo>
                  <a:lnTo>
                    <a:pt x="4243451" y="1626235"/>
                  </a:lnTo>
                  <a:lnTo>
                    <a:pt x="0" y="162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9827" y="-64132"/>
            <a:ext cx="7283196" cy="8641299"/>
          </a:xfrm>
          <a:custGeom>
            <a:avLst/>
            <a:gdLst/>
            <a:ahLst/>
            <a:cxnLst/>
            <a:rect r="r" b="b" t="t" l="l"/>
            <a:pathLst>
              <a:path h="8641299" w="7283196">
                <a:moveTo>
                  <a:pt x="0" y="0"/>
                </a:moveTo>
                <a:lnTo>
                  <a:pt x="7283196" y="0"/>
                </a:lnTo>
                <a:lnTo>
                  <a:pt x="7283196" y="8641299"/>
                </a:lnTo>
                <a:lnTo>
                  <a:pt x="0" y="86412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88456" y="1234335"/>
            <a:ext cx="5085493" cy="239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44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Colaborador, use esse QR code para acessar o </a:t>
            </a:r>
            <a:r>
              <a:rPr lang="en-US" b="true" sz="4440">
                <a:solidFill>
                  <a:srgbClr val="A7CF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DAHPL_gdE10</dc:identifier>
  <dcterms:modified xsi:type="dcterms:W3CDTF">2011-08-01T06:04:30Z</dcterms:modified>
  <cp:revision>1</cp:revision>
  <dc:title>Panfleto_-_QWork (1).pdf</dc:title>
</cp:coreProperties>
</file>